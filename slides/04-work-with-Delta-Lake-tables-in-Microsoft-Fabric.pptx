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96" r:id="rId4"/>
    <p:sldId id="274" r:id="rId5"/>
    <p:sldId id="259" r:id="rId6"/>
    <p:sldId id="297" r:id="rId7"/>
    <p:sldId id="261" r:id="rId8"/>
    <p:sldId id="277" r:id="rId9"/>
    <p:sldId id="278" r:id="rId10"/>
    <p:sldId id="262" r:id="rId11"/>
    <p:sldId id="298" r:id="rId12"/>
    <p:sldId id="299" r:id="rId13"/>
    <p:sldId id="300" r:id="rId14"/>
    <p:sldId id="285" r:id="rId15"/>
    <p:sldId id="301" r:id="rId16"/>
    <p:sldId id="302" r:id="rId17"/>
    <p:sldId id="291" r:id="rId18"/>
    <p:sldId id="303" r:id="rId19"/>
    <p:sldId id="304" r:id="rId20"/>
    <p:sldId id="292" r:id="rId21"/>
    <p:sldId id="293" r:id="rId22"/>
    <p:sldId id="294" r:id="rId23"/>
    <p:sldId id="295" r:id="rId24"/>
    <p:sldId id="286" r:id="rId25"/>
    <p:sldId id="28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88" autoAdjust="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outlineViewPr>
    <p:cViewPr>
      <p:scale>
        <a:sx n="33" d="100"/>
        <a:sy n="33" d="100"/>
      </p:scale>
      <p:origin x="0" y="-102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9580B4F5-EF34-4076-4801-ABDB2B3E98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B24A1B5D-1D47-65C3-0D04-FAB3144EF3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A9A1A-9B7B-43B6-83E2-1C3BA71C36FA}" type="datetimeFigureOut">
              <a:rPr lang="nb-NO" smtClean="0"/>
              <a:t>15.04.2026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79ED775F-2891-E292-6656-920749C3D9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1018A42F-295D-9CB3-1449-AFF424BEDC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EEAD8-56DE-4448-BD88-1C5AF440A5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6757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BAB905-4A17-4C59-B503-877828FB4C10}" type="datetimeFigureOut">
              <a:rPr lang="nb-NO" smtClean="0"/>
              <a:t>15.04.2026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91F26-338A-419B-9087-0422F6EF9B1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8408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38835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21558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D76AC-B2BF-8BE0-004B-9DAF40A7D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00FE888E-A3F6-5D2D-AE97-03D829613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223AE9F1-894A-8EA4-EC7B-2B9E4C4B8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C313400-295A-E642-2100-4691A706F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26123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20412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15.04.2026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3707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15.04.2026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2693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15.04.2026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2901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15.04.2026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74526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15.04.2026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33290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15.04.2026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4308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15.04.2026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32243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15.04.2026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98353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15.04.2026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99592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15.04.2026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77807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15.04.2026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38325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927FC00-9BC0-4D7A-9885-363517CB8709}" type="datetimeFigureOut">
              <a:rPr lang="nb-NO" smtClean="0"/>
              <a:t>15.04.2026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7694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sahraei/microsoft-fabric-platform-enablement-hso/blob/main/exercises/03-work-with-Delta-Lake-tables.md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09B4444-E000-BA13-2C70-0BE5956C86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Microsoft </a:t>
            </a:r>
            <a:r>
              <a:rPr lang="nb-NO" dirty="0" err="1"/>
              <a:t>Fabric</a:t>
            </a:r>
            <a:r>
              <a:rPr lang="nb-NO" dirty="0"/>
              <a:t> Platform Enablement Program – HSØ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80B40CAB-C1C6-3BE1-4DCE-5C4B277437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b="1" dirty="0"/>
              <a:t>Workshop 4: Work with Delta Lake Tables in Microsoft Fabric</a:t>
            </a:r>
          </a:p>
          <a:p>
            <a:endParaRPr lang="nb-NO" dirty="0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12327863-90A0-AB4B-E5F4-982B5844B345}"/>
              </a:ext>
            </a:extLst>
          </p:cNvPr>
          <p:cNvSpPr txBox="1"/>
          <p:nvPr/>
        </p:nvSpPr>
        <p:spPr>
          <a:xfrm>
            <a:off x="2006" y="6581001"/>
            <a:ext cx="121899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200" dirty="0"/>
              <a:t>Dette seminar‑opplegget tar utgangspunkt i Microsoft </a:t>
            </a:r>
            <a:r>
              <a:rPr lang="nb-NO" sz="1200" dirty="0" err="1"/>
              <a:t>Learn</a:t>
            </a:r>
            <a:r>
              <a:rPr lang="nb-NO" sz="1200" dirty="0"/>
              <a:t> sin DP‑600T00 kursplan</a:t>
            </a:r>
          </a:p>
        </p:txBody>
      </p:sp>
    </p:spTree>
    <p:extLst>
      <p:ext uri="{BB962C8B-B14F-4D97-AF65-F5344CB8AC3E}">
        <p14:creationId xmlns:p14="http://schemas.microsoft.com/office/powerpoint/2010/main" val="3865638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A46D3EF-1FC8-3314-F085-40016B9F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dirty="0"/>
              <a:t>Hva er Delta Lake?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244BC66-0488-2B7B-5A9E-3F8B3CA54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/>
              <a:t>Åpen kildekode lagringslag for Spark</a:t>
            </a:r>
          </a:p>
          <a:p>
            <a:r>
              <a:rPr lang="nb-NO" dirty="0"/>
              <a:t>Gir relasjonsdatabase-funksjonalitet</a:t>
            </a:r>
          </a:p>
          <a:p>
            <a:r>
              <a:rPr lang="nb-NO" dirty="0"/>
              <a:t>Støtter batch- og </a:t>
            </a:r>
            <a:r>
              <a:rPr lang="nb-NO" dirty="0" err="1"/>
              <a:t>streamingdata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737671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creenshot of the salesorders table viewed in the Lakehouse explorer in Microsoft Fabric.">
            <a:extLst>
              <a:ext uri="{FF2B5EF4-FFF2-40B4-BE49-F238E27FC236}">
                <a16:creationId xmlns:a16="http://schemas.microsoft.com/office/drawing/2014/main" id="{3A99A1CC-130D-8D3D-AE2E-97E62BBCC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0"/>
            <a:ext cx="10877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7295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CD9C7-F1C6-E29C-8224-9C27DFEBB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88F49EC-7F00-C660-6690-704B6893F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dirty="0"/>
              <a:t>Hvorfor bruke Delta Lake?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ACD3BF8-6651-985F-F61A-5CA0E43B9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/>
              <a:t>Støtter SQL-operasjoner (CRUD)</a:t>
            </a:r>
          </a:p>
          <a:p>
            <a:r>
              <a:rPr lang="nb-NO" dirty="0"/>
              <a:t>ACID-transaksjoner</a:t>
            </a:r>
          </a:p>
          <a:p>
            <a:pPr lvl="1"/>
            <a:r>
              <a:rPr lang="nb-NO" dirty="0"/>
              <a:t>ACID-transaksjoner betyr at en databaseoperasjon er pålitelig ved å sikre </a:t>
            </a:r>
            <a:r>
              <a:rPr lang="nb-NO" b="1" dirty="0" err="1"/>
              <a:t>atomisitet</a:t>
            </a:r>
            <a:r>
              <a:rPr lang="nb-NO" b="1" dirty="0"/>
              <a:t> (alt eller ingenting), konsistens (gyldig tilstand), isolasjon (ingen konflikt mellom samtidige operasjoner) og varighet (data lagres permanent)</a:t>
            </a:r>
            <a:r>
              <a:rPr lang="nb-NO" dirty="0"/>
              <a:t>.</a:t>
            </a:r>
          </a:p>
          <a:p>
            <a:r>
              <a:rPr lang="nb-NO" dirty="0"/>
              <a:t>Skjema-kontroll</a:t>
            </a:r>
          </a:p>
          <a:p>
            <a:r>
              <a:rPr lang="nb-NO" dirty="0"/>
              <a:t>Fleksibel lakehouse-arkitektur</a:t>
            </a:r>
          </a:p>
        </p:txBody>
      </p:sp>
    </p:spTree>
    <p:extLst>
      <p:ext uri="{BB962C8B-B14F-4D97-AF65-F5344CB8AC3E}">
        <p14:creationId xmlns:p14="http://schemas.microsoft.com/office/powerpoint/2010/main" val="551641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5B94930-778F-06A9-F4C5-B5125C2C0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Struktur på Delta-tabeller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7EAADED-A71A-5323-C92A-B245BCBF8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/>
              <a:t>Lagres som </a:t>
            </a:r>
            <a:r>
              <a:rPr lang="nb-NO" dirty="0" err="1"/>
              <a:t>Parquet</a:t>
            </a:r>
            <a:r>
              <a:rPr lang="nb-NO" dirty="0"/>
              <a:t>-filer</a:t>
            </a:r>
          </a:p>
          <a:p>
            <a:r>
              <a:rPr lang="nb-NO" dirty="0"/>
              <a:t>Transaksjonslogger i _</a:t>
            </a:r>
            <a:r>
              <a:rPr lang="nb-NO" dirty="0" err="1"/>
              <a:t>delta_log</a:t>
            </a:r>
            <a:r>
              <a:rPr lang="nb-NO" dirty="0"/>
              <a:t> (JSON)</a:t>
            </a:r>
          </a:p>
          <a:p>
            <a:r>
              <a:rPr lang="nb-NO" dirty="0"/>
              <a:t>Skjema-abstraksjon over filer</a:t>
            </a:r>
          </a:p>
        </p:txBody>
      </p:sp>
    </p:spTree>
    <p:extLst>
      <p:ext uri="{BB962C8B-B14F-4D97-AF65-F5344CB8AC3E}">
        <p14:creationId xmlns:p14="http://schemas.microsoft.com/office/powerpoint/2010/main" val="2583539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creenshot of the files view of the parquet files in the salesorders table viewed through Lakehouse explorer.">
            <a:extLst>
              <a:ext uri="{FF2B5EF4-FFF2-40B4-BE49-F238E27FC236}">
                <a16:creationId xmlns:a16="http://schemas.microsoft.com/office/drawing/2014/main" id="{F1D9C9DC-43D6-4DE8-7F14-59C05FE7E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0"/>
            <a:ext cx="108283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378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3AEF125-0F78-D5BE-65D8-23F49A20F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Opprette Delta-tabeller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7F08A32-986D-F32C-2F0E-F3104B13D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/>
              <a:t>Fra </a:t>
            </a:r>
            <a:r>
              <a:rPr lang="nb-NO" dirty="0" err="1"/>
              <a:t>DataFrame</a:t>
            </a:r>
            <a:r>
              <a:rPr lang="nb-NO" dirty="0"/>
              <a:t> med </a:t>
            </a:r>
            <a:r>
              <a:rPr lang="nb-NO" dirty="0" err="1"/>
              <a:t>PySpark</a:t>
            </a:r>
            <a:endParaRPr lang="nb-NO" dirty="0"/>
          </a:p>
          <a:p>
            <a:r>
              <a:rPr lang="nb-NO" dirty="0"/>
              <a:t>Ved bruk av Spark SQL</a:t>
            </a:r>
          </a:p>
          <a:p>
            <a:r>
              <a:rPr lang="nb-NO" dirty="0"/>
              <a:t>Ved bruk av </a:t>
            </a:r>
            <a:r>
              <a:rPr lang="nb-NO" dirty="0" err="1"/>
              <a:t>DeltaTableBuilder</a:t>
            </a:r>
            <a:r>
              <a:rPr lang="nb-NO" dirty="0"/>
              <a:t> API</a:t>
            </a:r>
          </a:p>
        </p:txBody>
      </p:sp>
    </p:spTree>
    <p:extLst>
      <p:ext uri="{BB962C8B-B14F-4D97-AF65-F5344CB8AC3E}">
        <p14:creationId xmlns:p14="http://schemas.microsoft.com/office/powerpoint/2010/main" val="3049613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28F79-3760-F2DE-0F50-42D6D7C1B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E4ADDFB-BE02-A7CF-163C-92B8074C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Managed</a:t>
            </a:r>
            <a:r>
              <a:rPr lang="nb-NO" dirty="0"/>
              <a:t> </a:t>
            </a:r>
            <a:r>
              <a:rPr lang="nb-NO" dirty="0" err="1"/>
              <a:t>vs</a:t>
            </a:r>
            <a:r>
              <a:rPr lang="nb-NO" dirty="0"/>
              <a:t> Eksterne tabeller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0C8560C-2267-F7B9-2682-ABB7343C5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 err="1"/>
              <a:t>Managed</a:t>
            </a:r>
            <a:r>
              <a:rPr lang="nb-NO" dirty="0"/>
              <a:t>: </a:t>
            </a:r>
            <a:r>
              <a:rPr lang="nb-NO" dirty="0" err="1"/>
              <a:t>Fabric</a:t>
            </a:r>
            <a:r>
              <a:rPr lang="nb-NO" dirty="0"/>
              <a:t> styrer data og metadata</a:t>
            </a:r>
          </a:p>
          <a:p>
            <a:r>
              <a:rPr lang="nb-NO" dirty="0"/>
              <a:t>Ekstern: Data lagres separat</a:t>
            </a:r>
          </a:p>
          <a:p>
            <a:r>
              <a:rPr lang="nb-NO" dirty="0"/>
              <a:t>Eksterne tabeller sletter ikke data</a:t>
            </a:r>
          </a:p>
        </p:txBody>
      </p:sp>
    </p:spTree>
    <p:extLst>
      <p:ext uri="{BB962C8B-B14F-4D97-AF65-F5344CB8AC3E}">
        <p14:creationId xmlns:p14="http://schemas.microsoft.com/office/powerpoint/2010/main" val="2696006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6A117-E7D9-D8F9-D2BE-9E8CA3DB4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34B8E98-C681-E8A1-9132-66F3543B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Lagre data i Delta-format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6A7BEF4-5147-50A9-67F0-F73198BDB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/>
              <a:t>Lagre </a:t>
            </a:r>
            <a:r>
              <a:rPr lang="nb-NO" dirty="0" err="1"/>
              <a:t>DataFrame</a:t>
            </a:r>
            <a:r>
              <a:rPr lang="nb-NO" dirty="0"/>
              <a:t> som Delta-filer</a:t>
            </a:r>
          </a:p>
          <a:p>
            <a:r>
              <a:rPr lang="nb-NO" dirty="0"/>
              <a:t>Bruk </a:t>
            </a:r>
            <a:r>
              <a:rPr lang="nb-NO" dirty="0" err="1"/>
              <a:t>overwrite</a:t>
            </a:r>
            <a:r>
              <a:rPr lang="nb-NO" dirty="0"/>
              <a:t> eller </a:t>
            </a:r>
            <a:r>
              <a:rPr lang="nb-NO" dirty="0" err="1"/>
              <a:t>append</a:t>
            </a:r>
            <a:endParaRPr lang="nb-NO" dirty="0"/>
          </a:p>
          <a:p>
            <a:r>
              <a:rPr lang="nb-NO" dirty="0"/>
              <a:t>Nyttig i datapipelines</a:t>
            </a:r>
          </a:p>
        </p:txBody>
      </p:sp>
    </p:spTree>
    <p:extLst>
      <p:ext uri="{BB962C8B-B14F-4D97-AF65-F5344CB8AC3E}">
        <p14:creationId xmlns:p14="http://schemas.microsoft.com/office/powerpoint/2010/main" val="333142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FC394D8-19A0-5959-4E18-76795794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Optimalisere Delta-tabeller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C3D99E7-8454-146C-704F-B36B86127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 err="1"/>
              <a:t>OptimizeWrite</a:t>
            </a:r>
            <a:r>
              <a:rPr lang="nb-NO" dirty="0"/>
              <a:t> reduserer små filer</a:t>
            </a:r>
          </a:p>
          <a:p>
            <a:r>
              <a:rPr lang="nb-NO" dirty="0"/>
              <a:t>OPTIMIZE slår sammen filer</a:t>
            </a:r>
          </a:p>
          <a:p>
            <a:r>
              <a:rPr lang="nb-NO" dirty="0"/>
              <a:t>V-Order forbedrer lesehastighet</a:t>
            </a:r>
          </a:p>
        </p:txBody>
      </p:sp>
    </p:spTree>
    <p:extLst>
      <p:ext uri="{BB962C8B-B14F-4D97-AF65-F5344CB8AC3E}">
        <p14:creationId xmlns:p14="http://schemas.microsoft.com/office/powerpoint/2010/main" val="3141405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iagram showing how Optimize Write writes fewer large files.">
            <a:extLst>
              <a:ext uri="{FF2B5EF4-FFF2-40B4-BE49-F238E27FC236}">
                <a16:creationId xmlns:a16="http://schemas.microsoft.com/office/drawing/2014/main" id="{CAAAAE9F-08D8-B502-9114-686140CDF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0500"/>
            <a:ext cx="11430000" cy="647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7862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iagram showing how Optimize consolidates Parquet files.">
            <a:extLst>
              <a:ext uri="{FF2B5EF4-FFF2-40B4-BE49-F238E27FC236}">
                <a16:creationId xmlns:a16="http://schemas.microsoft.com/office/drawing/2014/main" id="{B927BC02-412A-0037-4DF8-CFFA9B5EC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263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creen picture of table maintenance with V-order selected">
            <a:extLst>
              <a:ext uri="{FF2B5EF4-FFF2-40B4-BE49-F238E27FC236}">
                <a16:creationId xmlns:a16="http://schemas.microsoft.com/office/drawing/2014/main" id="{80B1F0E9-2BA3-5A4A-0CF2-9DEB9C8D5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3" y="0"/>
            <a:ext cx="79136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889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46EE3-B1CF-041E-0BC2-822109FB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0BDC22E-8A9F-AC24-5E26-BB84853A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VACUUM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6E9A975-602E-B41D-53FA-E0D7CB16B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/>
              <a:t>Fjerner gamle ubrukte filer</a:t>
            </a:r>
          </a:p>
          <a:p>
            <a:r>
              <a:rPr lang="nb-NO" dirty="0"/>
              <a:t>Støtter time travel</a:t>
            </a:r>
          </a:p>
          <a:p>
            <a:r>
              <a:rPr lang="nb-NO" dirty="0"/>
              <a:t>Standard: 7 dagers </a:t>
            </a:r>
            <a:r>
              <a:rPr lang="nb-NO" dirty="0" err="1"/>
              <a:t>retention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150199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Diagram showing how vacuum works.">
            <a:extLst>
              <a:ext uri="{FF2B5EF4-FFF2-40B4-BE49-F238E27FC236}">
                <a16:creationId xmlns:a16="http://schemas.microsoft.com/office/drawing/2014/main" id="{49D83D5E-7752-F4FE-5D4D-4601A426E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4337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Screen picture showing the table maintenance options.">
            <a:extLst>
              <a:ext uri="{FF2B5EF4-FFF2-40B4-BE49-F238E27FC236}">
                <a16:creationId xmlns:a16="http://schemas.microsoft.com/office/drawing/2014/main" id="{42A6F090-5076-4E7B-3F0C-F7B04F255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0"/>
            <a:ext cx="7924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5558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474527D-539E-A4F3-00EB-67462ABA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Partisjonering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CB08461-8F87-ECF8-F2FF-D6D89F8B6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Forbedrer ytelse på store datasett</a:t>
            </a:r>
          </a:p>
          <a:p>
            <a:r>
              <a:rPr lang="nb-NO" dirty="0"/>
              <a:t>Unngå høy </a:t>
            </a:r>
            <a:r>
              <a:rPr lang="nb-NO" dirty="0" err="1"/>
              <a:t>kardinalitet</a:t>
            </a:r>
            <a:endParaRPr lang="nb-NO" dirty="0"/>
          </a:p>
          <a:p>
            <a:r>
              <a:rPr lang="nb-NO" dirty="0"/>
              <a:t>Lagres som mappe-struktur</a:t>
            </a:r>
          </a:p>
        </p:txBody>
      </p:sp>
    </p:spTree>
    <p:extLst>
      <p:ext uri="{BB962C8B-B14F-4D97-AF65-F5344CB8AC3E}">
        <p14:creationId xmlns:p14="http://schemas.microsoft.com/office/powerpoint/2010/main" val="1094549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Diagram showing partitioning by one or more columns.">
            <a:extLst>
              <a:ext uri="{FF2B5EF4-FFF2-40B4-BE49-F238E27FC236}">
                <a16:creationId xmlns:a16="http://schemas.microsoft.com/office/drawing/2014/main" id="{FE78C1B6-A945-A1C4-0B09-192512544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0"/>
            <a:ext cx="108283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76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Screen picture of the lakehouse explorer and the product file partitioned by category.">
            <a:extLst>
              <a:ext uri="{FF2B5EF4-FFF2-40B4-BE49-F238E27FC236}">
                <a16:creationId xmlns:a16="http://schemas.microsoft.com/office/drawing/2014/main" id="{E077313B-A106-EA85-BF71-5AD2A8F50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0475"/>
            <a:ext cx="12192000" cy="4335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424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3026FC2-99C8-AF75-2C49-C8AAC8F07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Jobbe med Delta-tabeller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0077876-3684-84B8-CAC6-5570A363C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Bruk Spark SQL for spørringer</a:t>
            </a:r>
          </a:p>
          <a:p>
            <a:r>
              <a:rPr lang="nb-NO" dirty="0"/>
              <a:t>Bruk Delta API for oppdateringer</a:t>
            </a:r>
          </a:p>
          <a:p>
            <a:r>
              <a:rPr lang="nb-NO" dirty="0"/>
              <a:t>Støtter INSERT, UPDATE, DELETE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280785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36AEEB7-F637-641C-AD55-57831AB04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Time Travel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0D7E191-5839-AF5E-1D7B-17E2080A5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Se historiske versjoner av data</a:t>
            </a:r>
          </a:p>
          <a:p>
            <a:r>
              <a:rPr lang="nb-NO" dirty="0"/>
              <a:t>Bruk </a:t>
            </a:r>
            <a:r>
              <a:rPr lang="nb-NO" dirty="0" err="1"/>
              <a:t>versionAsOf</a:t>
            </a:r>
            <a:r>
              <a:rPr lang="nb-NO" dirty="0"/>
              <a:t> eller </a:t>
            </a:r>
            <a:r>
              <a:rPr lang="nb-NO" dirty="0" err="1"/>
              <a:t>timestampAsOf</a:t>
            </a:r>
            <a:endParaRPr lang="nb-NO" dirty="0"/>
          </a:p>
          <a:p>
            <a:r>
              <a:rPr lang="nb-NO" dirty="0"/>
              <a:t>Spor endringer med DESCRIBE HISTORY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38263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45FA92B-4758-4805-4F00-72038E6EE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Streaming</a:t>
            </a:r>
            <a:r>
              <a:rPr lang="nb-NO" dirty="0"/>
              <a:t> med Delta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1CF0033-9930-598B-AE8C-9519DAB92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Bruk som kilde eller mål</a:t>
            </a:r>
          </a:p>
          <a:p>
            <a:r>
              <a:rPr lang="nb-NO" dirty="0"/>
              <a:t>Støtter sanntidsanalyse</a:t>
            </a:r>
          </a:p>
          <a:p>
            <a:r>
              <a:rPr lang="nb-NO" dirty="0"/>
              <a:t>Fungerer med </a:t>
            </a:r>
            <a:r>
              <a:rPr lang="nb-NO" dirty="0" err="1"/>
              <a:t>Structured</a:t>
            </a:r>
            <a:r>
              <a:rPr lang="nb-NO" dirty="0"/>
              <a:t> </a:t>
            </a:r>
            <a:r>
              <a:rPr lang="nb-NO" dirty="0" err="1"/>
              <a:t>Streaming</a:t>
            </a:r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138625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3E0E08C-F4F1-E071-AB4B-BB34A6EC9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Streaming</a:t>
            </a:r>
            <a:r>
              <a:rPr lang="nb-NO" dirty="0"/>
              <a:t> eksempel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B3EE756-B870-59CE-C332-81E626BC8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Les </a:t>
            </a:r>
            <a:r>
              <a:rPr lang="nb-NO" dirty="0" err="1"/>
              <a:t>stream</a:t>
            </a:r>
            <a:r>
              <a:rPr lang="nb-NO" dirty="0"/>
              <a:t> fra Delta-tabell</a:t>
            </a:r>
          </a:p>
          <a:p>
            <a:r>
              <a:rPr lang="nb-NO" dirty="0"/>
              <a:t>Transformer data</a:t>
            </a:r>
          </a:p>
          <a:p>
            <a:r>
              <a:rPr lang="nb-NO" dirty="0"/>
              <a:t>Skriv til ny Delta-tabell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113882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AF7F5-EEB5-0EF9-BB7B-A31AC824A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5A0080-8FFA-3B9D-E015-41F4EEB9F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Oppsummering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B1B6799-931E-7984-F48E-A0A1BE558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/>
              <a:t>Delta Lake kombinerer fleksibilitet og ytelse</a:t>
            </a:r>
          </a:p>
          <a:p>
            <a:r>
              <a:rPr lang="nb-NO" dirty="0"/>
              <a:t>Viktig for moderne data </a:t>
            </a:r>
            <a:r>
              <a:rPr lang="nb-NO" dirty="0" err="1"/>
              <a:t>engineering</a:t>
            </a:r>
            <a:endParaRPr lang="nb-NO" dirty="0"/>
          </a:p>
          <a:p>
            <a:r>
              <a:rPr lang="nb-NO" dirty="0"/>
              <a:t>Kjerne i Microsoft </a:t>
            </a:r>
            <a:r>
              <a:rPr lang="nb-NO" dirty="0" err="1"/>
              <a:t>Fabric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6282314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B85BC41-3B5B-DFF8-AEC7-8B92045F56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b-NO" b="1" dirty="0"/>
              <a:t>Øvelse – </a:t>
            </a:r>
            <a:r>
              <a:rPr lang="en-US" b="1" dirty="0"/>
              <a:t>Use delta tables in Apache Spark</a:t>
            </a:r>
            <a:endParaRPr lang="nb-NO" dirty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9F3A1E3D-E0FE-A33B-B2C7-94665652AF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>
                <a:hlinkClick r:id="rId2"/>
              </a:rPr>
              <a:t>microsoft-fabric-platform-enablement-hso/exercises/03-work-with-Delta-Lake-tables.md at </a:t>
            </a:r>
            <a:r>
              <a:rPr lang="nb-NO" dirty="0" err="1">
                <a:hlinkClick r:id="rId2"/>
              </a:rPr>
              <a:t>main</a:t>
            </a:r>
            <a:r>
              <a:rPr lang="nb-NO" dirty="0">
                <a:hlinkClick r:id="rId2"/>
              </a:rPr>
              <a:t> · </a:t>
            </a:r>
            <a:r>
              <a:rPr lang="nb-NO" dirty="0" err="1">
                <a:hlinkClick r:id="rId2"/>
              </a:rPr>
              <a:t>masahraei</a:t>
            </a:r>
            <a:r>
              <a:rPr lang="nb-NO" dirty="0">
                <a:hlinkClick r:id="rId2"/>
              </a:rPr>
              <a:t>/</a:t>
            </a:r>
            <a:r>
              <a:rPr lang="nb-NO" dirty="0" err="1">
                <a:hlinkClick r:id="rId2"/>
              </a:rPr>
              <a:t>microsoft-fabric-platform-enablement-hso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272757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-t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-t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1073</TotalTime>
  <Words>308</Words>
  <Application>Microsoft Office PowerPoint</Application>
  <PresentationFormat>Widescreen</PresentationFormat>
  <Paragraphs>67</Paragraphs>
  <Slides>25</Slides>
  <Notes>4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Microsoft Fabric Platform Enablement Program – HSØ</vt:lpstr>
      <vt:lpstr>Hva er Delta Lake?</vt:lpstr>
      <vt:lpstr>PowerPoint-presentasjon</vt:lpstr>
      <vt:lpstr>Hvorfor bruke Delta Lake?</vt:lpstr>
      <vt:lpstr>Struktur på Delta-tabeller</vt:lpstr>
      <vt:lpstr>PowerPoint-presentasjon</vt:lpstr>
      <vt:lpstr>Opprette Delta-tabeller</vt:lpstr>
      <vt:lpstr>Managed vs Eksterne tabeller</vt:lpstr>
      <vt:lpstr>Lagre data i Delta-format</vt:lpstr>
      <vt:lpstr>Optimalisere Delta-tabeller</vt:lpstr>
      <vt:lpstr>PowerPoint-presentasjon</vt:lpstr>
      <vt:lpstr>PowerPoint-presentasjon</vt:lpstr>
      <vt:lpstr>PowerPoint-presentasjon</vt:lpstr>
      <vt:lpstr>VACUUM</vt:lpstr>
      <vt:lpstr>PowerPoint-presentasjon</vt:lpstr>
      <vt:lpstr>PowerPoint-presentasjon</vt:lpstr>
      <vt:lpstr>Partisjonering</vt:lpstr>
      <vt:lpstr>PowerPoint-presentasjon</vt:lpstr>
      <vt:lpstr>PowerPoint-presentasjon</vt:lpstr>
      <vt:lpstr>Jobbe med Delta-tabeller</vt:lpstr>
      <vt:lpstr>Time Travel</vt:lpstr>
      <vt:lpstr>Streaming med Delta</vt:lpstr>
      <vt:lpstr>Streaming eksempel</vt:lpstr>
      <vt:lpstr>Oppsummering</vt:lpstr>
      <vt:lpstr>Øvelse – Use delta tables in Apache Spark</vt:lpstr>
    </vt:vector>
  </TitlesOfParts>
  <Company>Helse Sor-Ost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Mohammadamin Sahraei</dc:creator>
  <cp:lastModifiedBy>Mohammadamin Sahraei</cp:lastModifiedBy>
  <cp:revision>31</cp:revision>
  <dcterms:created xsi:type="dcterms:W3CDTF">2026-02-18T12:59:19Z</dcterms:created>
  <dcterms:modified xsi:type="dcterms:W3CDTF">2026-04-15T09:19:29Z</dcterms:modified>
</cp:coreProperties>
</file>